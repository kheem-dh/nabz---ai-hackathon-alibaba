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Nabz means "pulse" in Urdu. In the next ten minutes I will show you why an Urdu-first, voice-first health triage is the only kind that reaches 240 million Pakistanis — and why Alibaba Qwen is the only stack that makes it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personas are voice-native and two of three have limited written English. All three own phones. Voice + Urdu is not a nice-to-have — it is the only path to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Zero-typing path works end to end. The screen on the right is the actual guest chat page from Nabz v2.3.0 — this is not a mockup.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Qwen3.5-Omni is not just "another STT" — it is the first model that handles the mixed Urdu/English code-switching real Pakistanis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Vault is the differentiator vs. every consumer health chatbot. One account, many profiles — spouse, child, parent — each with isolated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the emergency-detector step. It is the single strongest safety story we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Highlight: client tier ships as both PWA and Capacitor APK from the same React bundle. Server tier is FastAPI + SQLite on Render — one persistent-disk service. AI tier: Qwen primary, OpenAI fallback, Overpass + DailyMed as third-party enrichment.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Whisper fallback saved us during pre-demo when the Qwen free-tier STT quota exhausted. Provider is returned in the response so we can see which path served each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Boring on purpose. No exotic databases, no custom framework. Judges love this because it means we spent our time on the product, not on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cannot raise these caps. Any request that would overshoot is served by the cheaper fallback or refused with a graceful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layers run BEFORE the LLM sees the text. Nothing a patient — or an attacker — can type will bypass them. That is the single strongest answer to any safety question a judge will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credential rotation: all four secrets shared during pre-demo debugging (JWT, SMTP, OpenAI, DashScope) are on the post-demo rotation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every one of these numbers is verifiable — the APK is here, the Render URL is live, the git history shows the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"what after the hackathon" — WhatsApp OTP is the single highest-leverage next step for Pakistan (SMS deliverability is unreliable, but WhatsApp is universal).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ask for money on this slide. Ask for what unlocks the pilot — credits, physicians, one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on the screen for Q&amp;A. Do NOT keep clicking — silence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194560"/>
            <a:ext cx="7315200" cy="731520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486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80644"/>
            <a:ext cx="640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نبض</a:t>
            </a:r>
            <a:endParaRPr lang="en-US" sz="168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594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Nabz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C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نبض</a:t>
            </a:r>
            <a:endParaRPr lang="en-US" sz="1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66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Urdu-first, voice-first AI health triage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Alibaba Qwen · Built for 240 million Pakistanis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AI Hackathon Pakistan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close 4 September 2026 · Team Nabz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country of 240 million cannot triage in English.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1,300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Doctor-to-patient ratio, Pakistan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professionals for 240 M people (WHO)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literacy in written English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55448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17373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 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— mostly low-cost Android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English-only, keyboard-first health AI misses the caregiver in the kitchen, the labourer at 11pm, the college student in crisis at 3am — every real user.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earner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queue at a clinic for a day of wages.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5212080"/>
            <a:ext cx="457200" cy="45720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Night-shift caregiver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Woman triaging fever in a child at 11pm.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5212080"/>
            <a:ext cx="457200" cy="45720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5166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 crisis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5486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emergency at 3am, no one to call.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your symptoms. Nabz talks back — in your language.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361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and speak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745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Urdu, Roman Urdu, English, or any mix — one voice note.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structured triage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 · red flags · urgency · concrete next steps.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39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it read back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977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voice narration — no reading, no typing needed.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690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or hand off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029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1122 for emergency · doctor-handoff link with one tap.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4754880" cy="4937760"/>
          </a:xfrm>
          <a:prstGeom prst="roundRect">
            <a:avLst>
              <a:gd name="adj" fmla="val 6731"/>
            </a:avLst>
          </a:prstGeom>
          <a:solidFill>
            <a:srgbClr val="0F172A"/>
          </a:solidFill>
          <a:ln w="25400">
            <a:solidFill>
              <a:srgbClr val="0B7D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8660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10:12    Nabz    ●●●●● 89%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920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C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آج آپ کی طبیعت کیسی ہے؟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how you're feeling — I'm here to help.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3200400"/>
            <a:ext cx="1645920" cy="1645920"/>
          </a:xfrm>
          <a:prstGeom prst="ellipse">
            <a:avLst/>
          </a:prstGeom>
          <a:solidFill>
            <a:srgbClr val="0B7D6E"/>
          </a:solidFill>
          <a:ln w="76200">
            <a:solidFill>
              <a:srgbClr val="0F9D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3566160"/>
            <a:ext cx="914400" cy="91440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0" y="352044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🎙</a:t>
            </a:r>
            <a:endParaRPr lang="en-US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بولیے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5394960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5394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مجھے بخار اور سر درد ہے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5687568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5687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کھانسی اور گلے میں درد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5980176"/>
            <a:ext cx="420624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59801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پیٹ میں درد ہو رہا ہے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WHY NABZ, 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 changed what a health assistant for Pakistan can hear.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Qwen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3716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 — patient translates in their head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lost, red flags missed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3716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Keyboard-first UI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low-literate and elderly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3716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hop (Urdu → English → LLM → English → Urdu)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+ hallucinations at each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3716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provider = single point of failure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quota blip takes the demo down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Qwen (Nabz)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13716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847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Qwen3.7-plus reads Urdu, Roman Urdu, English natively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67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MT hop, no meaning loss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697480"/>
            <a:ext cx="13716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670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via Qwen3.5-Omni STT + TTS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9900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Zero-typing path, works for everyone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520440"/>
            <a:ext cx="13716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One-shot: audio-in, structured triage-out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UX; under one cent per turn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4343400"/>
            <a:ext cx="137160" cy="68580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315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as budget-capped fallback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4636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providers, one demo that never dies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PRODUCT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product, three user modes — all built.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0B7D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201168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0B7D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201168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0B7D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037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0" y="1371600"/>
            <a:ext cx="201168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0B7D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1540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10241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288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text triage (Urdu/English)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212848"/>
            <a:ext cx="10241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212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(1122) escalation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596896"/>
            <a:ext cx="10241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5968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 first-response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5968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5968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25968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980944"/>
            <a:ext cx="10241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29809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/ lab-report OCR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364992"/>
            <a:ext cx="10241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3649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DailyMed drug-label lookup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3364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364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3364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10241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3749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 / pharmacy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91540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133088"/>
            <a:ext cx="10241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4133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Urdu read-out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90372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915400" y="4133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4517136"/>
            <a:ext cx="10241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45171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92040" y="4517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4517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915400" y="4517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901184"/>
            <a:ext cx="10241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5800" y="49011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Vault — multi-profile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4892040" y="4901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903720" y="4901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915400" y="49011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5285232"/>
            <a:ext cx="102412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5800" y="5285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budget cap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892040" y="5285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$0.30/guest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903720" y="5285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$0.50/account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915400" y="52852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●  in this table is shipped in v2.3.0 — the APK and the live Render backend.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show in ninety seconds.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27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on phone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5727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launcher · APK v2.3.0 · icon = Nabz pulse mark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Urdu symptom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3500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"مجھے بخار اور سر درد ہے" — one voice tap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0:25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triage render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1272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· red flags · urgency · plan · citations — bilingual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86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0:45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904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Urdu voice reads the plan back — hands-free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634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636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emergency phrase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4681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detector fires 1122 banner BEFORE the LLM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440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1:20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5413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family profile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54589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session, isolated child profile — no history bleed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SYSTEM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tiers. Two providers. One code path.</a:t>
            </a:r>
            <a:endParaRPr lang="en-US" sz="3400" dirty="0"/>
          </a:p>
        </p:txBody>
      </p:sp>
      <p:pic>
        <p:nvPicPr>
          <p:cNvPr id="4" name="Image 0" descr="/tmp/claude-1000/-home-kheem-Desktop-Nabz/166e7334-c6c9-4bc9-99dd-485104071ce6/scratchpad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VOICE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in, structured triage out, speech back.</a:t>
            </a:r>
            <a:endParaRPr lang="en-US" sz="3400" dirty="0"/>
          </a:p>
        </p:txBody>
      </p:sp>
      <p:pic>
        <p:nvPicPr>
          <p:cNvPr id="4" name="Image 0" descr="/tmp/claude-1000/-home-kheem-Desktop-Nabz/166e7334-c6c9-4bc9-99dd-485104071ce6/scratchpad/voic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983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fabricate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394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STT providers dead → 503, never a made-up transcript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4983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first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5394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detector runs BEFORE the LLM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0" y="484632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983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capped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5394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Per-account $0.50 / per-guest $0.30 — server-enforced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TECHNOLOGY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choice is boring — on purpose.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◆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64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18 + Vite 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066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Capacitor 7 (APK)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35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MediaRecorder API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Session-scoped JWT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50876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■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1764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+ Pydantic v2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7066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2 + SQLite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035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PyJWT (two token kinds)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IP-deque rate limit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●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233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Qwen3.7-plus (text)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51755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Qwen3.5-Omni-plus (STT/TTS)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504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Qwen-VL / qwen-vl-ocr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833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gpt-4o-mini + whisper-1 fallback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977640"/>
            <a:ext cx="5577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206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▲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233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&amp; Infra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 (web + api + disk)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51755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Gmail SMTP for OTP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720840" y="5504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DailyMed (drugs) · Overpass (POIs)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5833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CSP via nginx + render.yaml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AI LAYER &amp; COST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one US cent per triage. Capped, not estimated.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6032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417320"/>
            <a:ext cx="292608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265176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1417320"/>
            <a:ext cx="2926080" cy="45720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2396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74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triage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qwen3.7-plus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NABZ_AI_MAX_OUTPUT_TOKENS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11064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qwen3.5-omni-plus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 MB audio, ~2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880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qwen3.5-omni-plus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(silent skip)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if user muted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383280"/>
            <a:ext cx="110642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OCR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qwen3.7-plus (VL)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qwen-vl-ocr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 timeout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80560"/>
            <a:ext cx="557784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5720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C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$0.50</a:t>
            </a:r>
            <a:endParaRPr lang="en-US" sz="68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USD cap · per registered account · server-enforced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4480560"/>
            <a:ext cx="5303520" cy="1828800"/>
          </a:xfrm>
          <a:prstGeom prst="roundRect">
            <a:avLst>
              <a:gd name="adj" fmla="val 7500"/>
            </a:avLst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09360" y="45720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$0.30</a:t>
            </a:r>
            <a:endParaRPr lang="en-US" sz="68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5577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anonymous guest session · no login required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SAFETY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is in the code, not in a prompt.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0876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detector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when: Cardiac · stroke · obstetric · poisoning · trauma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377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Return 1122 banner + safe text · SKIP the LLM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8288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2608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Mental-health (immediate)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when: Suicidal / self-harm phrases · negation-aware (35-char window)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947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Warm response + helpline · SKIP the LLM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82880" cy="128016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Mental-health (distress)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when: Softer distress cues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Steer LLM prompt toward supportive tone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"میں خودکشی نہیں کروں گا"  ←  the negation window prevents this from firing.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controls. All in production.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everywhere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Render-managed cert · Capacitor cleartext:false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CSP header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render.yaml (meta tag was inert)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691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X-Frame-Options: DENY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057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Click-jacking prevention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🎛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Permissions-Policy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geolocation, mic, camera restricted to self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274320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292608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JWT kinds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vs handoff · kind-checked server-side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274320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292608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rate limit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auth_rate_limit on burst attempts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37160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371600" y="4526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passlib · Argon2id migration planned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43400" y="397764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26280" y="416052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262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16636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one-shot OTP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166360" y="4526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minutes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397764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0" y="416052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10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8961120" y="4160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Per-profile isolation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961120" y="45262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under per-profile dir · 403 on cross-read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2120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" y="539496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1371600" y="5394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371600" y="5760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wildcard in prod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43400" y="52120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26280" y="539496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262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5166360" y="5394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USD caps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5166360" y="5760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cannot raise them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138160" y="5212080"/>
            <a:ext cx="3611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1040" y="5394960"/>
            <a:ext cx="502920" cy="502920"/>
          </a:xfrm>
          <a:prstGeom prst="ellipse">
            <a:avLst/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210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8961120" y="5394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safe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8961120" y="5760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detectors first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TRACTION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slide-only prototype — a shipped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v2.3.0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Android APK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versionCode 5 · installed on Xiaomi &amp; Realme test devices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release iterations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108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→ v2.3 · each closed a real reported bug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4592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SQA cases passed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08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· registered · vault · nearby · TTS · zoom · dark-mode · rate-limit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widths verified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486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/ 375 / 393 / 768 / 1440 / 1920 — zero horizontal scroll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0233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providers wired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486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primary · Whisper fallback · tested with primary killed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611880" cy="2240280"/>
          </a:xfrm>
          <a:prstGeom prst="roundRect">
            <a:avLst>
              <a:gd name="adj" fmla="val 5714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402336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~3s</a:t>
            </a:r>
            <a:endParaRPr lang="en-US" sz="5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email round-trip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486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· verified end-to-end in 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Nabz goes after the hackathon.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— v2.3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triage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38328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Vault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+ MH guardrails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512064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+ PWA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55448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0B7D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1554480"/>
            <a:ext cx="2697480" cy="64008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251460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OTP via Twilio Verify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0" y="338328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migration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Refresh-token rotation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0" y="512064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rate limit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0B7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554480"/>
            <a:ext cx="2697480" cy="640080"/>
          </a:xfrm>
          <a:prstGeom prst="rect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 2027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37960" y="251460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panel — verified physicians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338328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telehealth handoff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37960" y="425196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medical safety review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37960" y="5120640"/>
            <a:ext cx="182880" cy="18288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build via Capacitor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89720" y="1554480"/>
            <a:ext cx="2697480" cy="47548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9050">
            <a:solidFill>
              <a:srgbClr val="0F9D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89720" y="1554480"/>
            <a:ext cx="2697480" cy="640080"/>
          </a:xfrm>
          <a:prstGeom prst="rect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26880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2027+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418320" y="251460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9264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(Bangla, Pashto)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418320" y="338328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692640" y="3291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+ BP-cuff intake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418320" y="425196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92640" y="4160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Insurance-partner API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18320" y="5120640"/>
            <a:ext cx="182880" cy="1828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92640" y="5029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Qwen for offline mode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WHAT WE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go from demo to district clinic.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194560"/>
          </a:xfrm>
          <a:prstGeom prst="roundRect">
            <a:avLst>
              <a:gd name="adj" fmla="val 5833"/>
            </a:avLst>
          </a:prstGeom>
          <a:solidFill>
            <a:srgbClr val="ECFDF7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concrete asks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65760" cy="36576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4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13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Cloud credits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3134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 public pilot in one Karachi clinic — a few hundred users, six-week feedback loop.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4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70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a Pakistani physician panel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27706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review of the safety-detector patterns — Urdu clinical vocabulary is nuanced.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ECFDF7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4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227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hospital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227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doctor-handoff into one real workflow so we can measure "time to triage → time to care".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Kheem Parkash Dharmani  ·  Machine Learning Engineer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dharmanikheem@gmail.com   ·   +92 336 3182779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build — architecture, model choice, safety layer, UI, APK, deployment.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8229600" cy="8229600"/>
          </a:xfrm>
          <a:prstGeom prst="ellipse">
            <a:avLst/>
          </a:prstGeom>
          <a:solidFill>
            <a:srgbClr val="0B7D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0" y="13716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EC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نبض</a:t>
            </a:r>
            <a:endParaRPr lang="en-US" sz="1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4206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— a pulse of care, in the language patients actually speak.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https://nabz-web.onrender.com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5486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https://nabz-api.onrender.com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6126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Nabz  ·  Alibaba Cloud AI Hackathon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Nabz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Nabz — Urdu-first AI Health Triage</dc:title>
  <dc:subject>PptxGenJS Presentation</dc:subject>
  <dc:creator>Team Nabz</dc:creator>
  <cp:lastModifiedBy>Team Nabz</cp:lastModifiedBy>
  <cp:revision>1</cp:revision>
  <dcterms:created xsi:type="dcterms:W3CDTF">2026-09-03T16:14:59Z</dcterms:created>
  <dcterms:modified xsi:type="dcterms:W3CDTF">2026-09-03T16:14:59Z</dcterms:modified>
</cp:coreProperties>
</file>